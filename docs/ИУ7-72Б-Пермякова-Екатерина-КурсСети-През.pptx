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75" r:id="rId4"/>
    <p:sldId id="283" r:id="rId5"/>
    <p:sldId id="284" r:id="rId6"/>
    <p:sldId id="285" r:id="rId7"/>
    <p:sldId id="272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71337488-A74F-4D36-A92F-603D2F0BED70}">
          <p14:sldIdLst>
            <p14:sldId id="256"/>
            <p14:sldId id="257"/>
            <p14:sldId id="275"/>
            <p14:sldId id="283"/>
            <p14:sldId id="284"/>
            <p14:sldId id="285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F7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>
      <p:cViewPr varScale="1">
        <p:scale>
          <a:sx n="90" d="100"/>
          <a:sy n="90" d="100"/>
        </p:scale>
        <p:origin x="132" y="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9002FB-A72C-463B-9ED6-C2B116A8F949}" type="datetimeFigureOut">
              <a:rPr lang="ru-RU" smtClean="0"/>
              <a:t>15.12.2025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F9D983-D89F-4AFD-9219-14B8E587244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56296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2A090F-98C0-4EA8-B738-828D20E84B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CF448A3-EF22-45FF-A7F5-E6C314BA9DC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A0F8A56-F75A-45EC-958F-80074112B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5A412-4A64-4E0B-A946-6AE1BACA10F8}" type="datetime1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6BF4B93-65BB-455C-AEAF-FC2263FD85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F8D8332-B163-45B4-A995-855D1958BC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3B6C-D60D-4F7F-9B4C-E247518A71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51142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8ABFB3-1D0F-4AD1-8F37-40C13A9EA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6FFA5D9-8ACE-47E8-83DB-1ABBE87AD9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BC8718-BCDE-4CF3-A28F-79A7DCE87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0ECB1-3D3C-42D1-A7A6-FF38B79160EE}" type="datetime1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BDD3061-347D-4C42-8E08-4D4B4F7A8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88F8B38-890D-43D5-96C2-C1B65C8EAF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3B6C-D60D-4F7F-9B4C-E247518A71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07641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1F8F9A3-7375-46D9-A887-589C5C5BC8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C748FAB-0CF0-4302-A128-9BBCAE4B7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E7A1C87-3EA4-42F1-84F4-B3161BD92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F31045-447A-4D20-AD8C-438C7D40259E}" type="datetime1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EC1F6A-D592-4529-BB48-780D18D83A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3AC0CA0-4A3E-4E8A-9376-378BDC2B3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3B6C-D60D-4F7F-9B4C-E247518A71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284781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59B69FB-312B-4E29-AD27-1082BE371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F469C1-7C3E-4EBC-BD9C-F521086A86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041B0C67-D1F8-492D-8E6A-A57E11194F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667C121-FF6B-4892-9E83-FFE8256EF8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05EEC-349D-4646-92E8-E96F5ABEC7F1}" type="datetime1">
              <a:rPr lang="ru-RU" smtClean="0"/>
              <a:t>15.12.2025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CC21FB7-40C7-4CEE-9B68-30F5C609D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DFF75574-FC9C-4EF8-96FB-D5B97955D5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3B6C-D60D-4F7F-9B4C-E247518A71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832907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337ABB-9E52-497E-9C2B-ABE4BBD95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24A5075-C996-49BE-BF34-5BA3F5FCBD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980225B-A3ED-4A62-8F6E-B0B281481E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F6968197-A97F-45C2-B4B5-43F3D85474E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1B626A77-89BC-46AE-A30B-E5A146BA845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98A3C988-A61F-4863-B51F-F68679ED0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8E9E8-BEFF-4FA9-A54E-4FD5B0D54F20}" type="datetime1">
              <a:rPr lang="ru-RU" smtClean="0"/>
              <a:t>15.12.2025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CC660B61-E71D-4FEA-8DE9-A630D15AE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F7A8A5AA-9728-47CA-A059-F3D707CB1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3B6C-D60D-4F7F-9B4C-E247518A71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10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4B03BB5-4163-4136-B070-EAE4AD6E31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18F5E0CC-4E72-4F20-A01C-F1A25A049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1492BE-946F-4601-9FCA-2E7477C5BCC2}" type="datetime1">
              <a:rPr lang="ru-RU" smtClean="0"/>
              <a:t>15.12.2025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DF3A9BA7-C54F-4882-92B9-238816095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C63616A-6160-4719-AF5B-225F9E0BEE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3B6C-D60D-4F7F-9B4C-E247518A71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3148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37C05F5D-A2C1-4DF4-8591-1D7953E07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FD2EA5-AC51-41D1-9179-FEB3F4F4EE9C}" type="datetime1">
              <a:rPr lang="ru-RU" smtClean="0"/>
              <a:t>15.12.2025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661F8BEE-DE88-43E0-A4B5-9A9BFD592C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67CF2B4-C6D9-4D95-AC84-53C6EA18A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3B6C-D60D-4F7F-9B4C-E247518A71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609984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87C96B-519D-47B1-9E87-2C4865694C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3213AB7-AD08-492B-85E6-57C963C521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168DD339-88EE-4472-9773-430060DED7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45B27CB-2206-4B49-ADC9-FE505E2D5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8E7D84-6B9A-4C6C-B6B1-DCD7A71DF213}" type="datetime1">
              <a:rPr lang="ru-RU" smtClean="0"/>
              <a:t>15.12.2025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73449D4-70C8-4718-967E-BC1D5478F5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F4B3D15-F633-4AE5-9485-962870A28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3B6C-D60D-4F7F-9B4C-E247518A71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9285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7068A18-A8A9-489F-9CA9-9CA3558B4C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D66D715-9F0A-4248-87CD-E02C3182C8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723224F1-D984-492A-B407-BDF6154659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CB058D7-9E7E-4AF3-AC43-E9387392C4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694C02-8800-4193-B87C-D8A49C1F65CD}" type="datetime1">
              <a:rPr lang="ru-RU" smtClean="0"/>
              <a:t>15.12.2025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5DCF58A-FFB8-4F82-A917-4C70DC3D31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B55E52F-A072-444B-BCBF-3D77EB036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3B6C-D60D-4F7F-9B4C-E247518A71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95930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48A6F-C634-47BD-9E1C-186F6A8F50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A300311-EA0B-4CE1-B3F5-9D47607C32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EA050C4-EC10-4451-A400-56BD5F0B36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4504EB-792F-4DAA-9D75-EA75D609E295}" type="datetime1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518FFCD-D712-4F01-95B2-8196A12045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A1DBBD7-F02F-4D67-81DC-FF6E5C194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3B6C-D60D-4F7F-9B4C-E247518A71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21185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99C3F586-AF56-46A5-ACF3-E5F72BDD80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A9199891-D6B0-4D2B-A568-29DDE1972B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B3CA973-E93C-4AA3-9733-4F6E1E28E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FAFE23-0D44-454A-9931-FFE8A9F6E6A6}" type="datetime1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0333C63-C316-41B4-AB39-303E16FC42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9B25128-BEE7-485F-9775-41DB65969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3B6C-D60D-4F7F-9B4C-E247518A71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908450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80A22B-203C-48E5-8CBA-5E53556689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5FB41089-A6BD-47D1-BE23-2408D462F5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8580F9CB-CD63-49D0-A186-974C25B060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730601-7E86-477F-8B15-258E4D46758D}" type="datetime1">
              <a:rPr lang="ru-RU" smtClean="0"/>
              <a:t>15.12.2025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3CE0400-1DD7-47E2-B766-5F0FB0D3A6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25AEC40-639C-48B4-8FFB-4E1486E35CC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D03B6C-D60D-4F7F-9B4C-E247518A713C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50642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7FCDC20-8E6B-4BD8-B2E7-840FC9C5FC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12358" y="2567764"/>
            <a:ext cx="9367284" cy="1448318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Курсовая работа по дисциплине «Компьютерные сети»</a:t>
            </a:r>
            <a:b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 тему</a:t>
            </a:r>
            <a:b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«Разработка статического веб-сервера»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5AB40AB4-3432-4109-BCDC-967A769E0C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3999" y="4339035"/>
            <a:ext cx="8772525" cy="924202"/>
          </a:xfrm>
        </p:spPr>
        <p:txBody>
          <a:bodyPr>
            <a:normAutofit/>
          </a:bodyPr>
          <a:lstStyle/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Студент: ИУ7-72Б Пермякова Екатерина Дмитриевна</a:t>
            </a:r>
          </a:p>
          <a:p>
            <a:r>
              <a:rPr lang="ru-RU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Руководитель: Клочков М.Н.</a:t>
            </a:r>
            <a:endParaRPr lang="ru-RU" sz="2000" b="0" i="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4380E8-F45A-428D-B318-4B1D3E6EFF51}"/>
              </a:ext>
            </a:extLst>
          </p:cNvPr>
          <p:cNvSpPr txBox="1"/>
          <p:nvPr/>
        </p:nvSpPr>
        <p:spPr>
          <a:xfrm>
            <a:off x="1523999" y="5979595"/>
            <a:ext cx="87725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г.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34A7C8-EF1C-4BED-B644-554137956434}"/>
              </a:ext>
            </a:extLst>
          </p:cNvPr>
          <p:cNvSpPr txBox="1"/>
          <p:nvPr/>
        </p:nvSpPr>
        <p:spPr>
          <a:xfrm>
            <a:off x="1895473" y="599834"/>
            <a:ext cx="840105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Министерство науки и высшего образования Российской Федерации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Федеральное государственное автономное образовательное учреждение высшего образования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«Московский государственный технический университет имени Н.Э. Баумана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(национальный исследовательский университет)» 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(МГТУ им. Н.Э. Баумана)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275254B-DCB5-4E89-A9C5-B773655E7E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442" y="599833"/>
            <a:ext cx="1121175" cy="13234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058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33B8534-5768-4FD0-BD89-2EFB90F8A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87973"/>
            <a:ext cx="10515600" cy="5368378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ru-RU" sz="1800" dirty="0">
                <a:latin typeface="Cambria" panose="02040503050406030204" pitchFamily="18" charset="0"/>
                <a:ea typeface="Cambria" panose="02040503050406030204" pitchFamily="18" charset="0"/>
                <a:cs typeface="Times New Roman" panose="02020603050405020304" pitchFamily="18" charset="0"/>
              </a:rPr>
              <a:t>̶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разработка статического веб-сервера.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Проанализировать протокол HTTP/1.1, методы GET, HEAD и коды состояний 200, 403, 404, 405;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Спроектировать архитектуру сервера, соответствующую варианту: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prefork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использованием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poll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для мультиплексирования входящих соединений в каждом процессе;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Разработать веб-сервер с архитектурой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prefork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poll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Провести нагрузочное тестирование сервера для оценки максимального количества обслуживаемых соединений, скорости отдачи данных на соединение и совокупной пропускной способности;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7EBBCD4-8F39-41AE-92D0-DF53936AA8C2}"/>
              </a:ext>
            </a:extLst>
          </p:cNvPr>
          <p:cNvSpPr txBox="1">
            <a:spLocks/>
          </p:cNvSpPr>
          <p:nvPr/>
        </p:nvSpPr>
        <p:spPr>
          <a:xfrm>
            <a:off x="838200" y="136526"/>
            <a:ext cx="10515600" cy="9092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 и задачи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3AD331-69D2-4DA1-A9E9-B66A26DC3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3B6C-D60D-4F7F-9B4C-E247518A713C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723968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B20E0D4-F1BF-4786-92D0-2D1B1D09F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3B6C-D60D-4F7F-9B4C-E247518A713C}" type="slidenum">
              <a:rPr lang="ru-RU" smtClean="0"/>
              <a:t>3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BF3B8DA-4637-4593-95C0-98F12F4162AC}"/>
              </a:ext>
            </a:extLst>
          </p:cNvPr>
          <p:cNvSpPr txBox="1">
            <a:spLocks/>
          </p:cNvSpPr>
          <p:nvPr/>
        </p:nvSpPr>
        <p:spPr>
          <a:xfrm>
            <a:off x="733647" y="491396"/>
            <a:ext cx="10515600" cy="764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HTTP/1.1 для статического сервера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40F983-C24B-499C-89F4-1F8F5DCD07F0}"/>
              </a:ext>
            </a:extLst>
          </p:cNvPr>
          <p:cNvSpPr txBox="1"/>
          <p:nvPr/>
        </p:nvSpPr>
        <p:spPr>
          <a:xfrm>
            <a:off x="325621" y="1415019"/>
            <a:ext cx="536279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Поддерживаемые методы: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GET — получение содержимого ресурса.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HEAD — получение только заголовков.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Прочие (POST, PUT, DELETE) — отклоняются с кодом 405.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8E9D764-9D2D-4CAE-B971-12DF865916E2}"/>
              </a:ext>
            </a:extLst>
          </p:cNvPr>
          <p:cNvSpPr txBox="1"/>
          <p:nvPr/>
        </p:nvSpPr>
        <p:spPr>
          <a:xfrm>
            <a:off x="5642786" y="1415019"/>
            <a:ext cx="605967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Ключевые коды состояния: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200 OK — успешно.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403 </a:t>
            </a:r>
            <a:r>
              <a:rPr lang="ru-RU" dirty="0" err="1"/>
              <a:t>Forbidden</a:t>
            </a:r>
            <a:r>
              <a:rPr lang="ru-RU" dirty="0"/>
              <a:t> — нет доступа.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404 </a:t>
            </a:r>
            <a:r>
              <a:rPr lang="ru-RU" dirty="0" err="1"/>
              <a:t>Not</a:t>
            </a:r>
            <a:r>
              <a:rPr lang="ru-RU" dirty="0"/>
              <a:t> </a:t>
            </a:r>
            <a:r>
              <a:rPr lang="ru-RU" dirty="0" err="1"/>
              <a:t>Found</a:t>
            </a:r>
            <a:r>
              <a:rPr lang="ru-RU" dirty="0"/>
              <a:t> — ресурс не существует.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405 </a:t>
            </a:r>
            <a:r>
              <a:rPr lang="ru-RU" dirty="0" err="1"/>
              <a:t>Method</a:t>
            </a:r>
            <a:r>
              <a:rPr lang="ru-RU" dirty="0"/>
              <a:t> </a:t>
            </a:r>
            <a:r>
              <a:rPr lang="ru-RU" dirty="0" err="1"/>
              <a:t>Not</a:t>
            </a:r>
            <a:r>
              <a:rPr lang="ru-RU" dirty="0"/>
              <a:t> </a:t>
            </a:r>
            <a:r>
              <a:rPr lang="ru-RU" dirty="0" err="1"/>
              <a:t>Allowed</a:t>
            </a:r>
            <a:r>
              <a:rPr lang="ru-RU" dirty="0"/>
              <a:t> — метод не поддерживается.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E5C8CB66-2766-4163-AA3F-8024715438AB}"/>
              </a:ext>
            </a:extLst>
          </p:cNvPr>
          <p:cNvSpPr txBox="1">
            <a:spLocks/>
          </p:cNvSpPr>
          <p:nvPr/>
        </p:nvSpPr>
        <p:spPr>
          <a:xfrm>
            <a:off x="513464" y="3211498"/>
            <a:ext cx="10515600" cy="764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сервера: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Prefork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poll()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641FEDA-EF4B-467D-8712-A5273532906D}"/>
              </a:ext>
            </a:extLst>
          </p:cNvPr>
          <p:cNvSpPr txBox="1"/>
          <p:nvPr/>
        </p:nvSpPr>
        <p:spPr>
          <a:xfrm>
            <a:off x="325622" y="4022022"/>
            <a:ext cx="531716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err="1"/>
              <a:t>Prefork</a:t>
            </a:r>
            <a:r>
              <a:rPr lang="ru-RU" b="1" dirty="0"/>
              <a:t> (предварительное порождение процессов):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Master-процесс создает пул </a:t>
            </a:r>
            <a:r>
              <a:rPr lang="ru-RU" dirty="0" err="1"/>
              <a:t>worker</a:t>
            </a:r>
            <a:r>
              <a:rPr lang="ru-RU" dirty="0"/>
              <a:t>-процессов.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Все </a:t>
            </a:r>
            <a:r>
              <a:rPr lang="ru-RU" dirty="0" err="1"/>
              <a:t>worker'ы</a:t>
            </a:r>
            <a:r>
              <a:rPr lang="ru-RU" dirty="0"/>
              <a:t> наследуют слушающий сокет и одновременно ожидают соединений через </a:t>
            </a:r>
            <a:r>
              <a:rPr lang="ru-RU" dirty="0" err="1"/>
              <a:t>accept</a:t>
            </a:r>
            <a:r>
              <a:rPr lang="ru-RU" dirty="0"/>
              <a:t>().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C96883C4-8903-484A-9C68-1C1656D8D9F4}"/>
              </a:ext>
            </a:extLst>
          </p:cNvPr>
          <p:cNvSpPr txBox="1"/>
          <p:nvPr/>
        </p:nvSpPr>
        <p:spPr>
          <a:xfrm>
            <a:off x="5771264" y="4022022"/>
            <a:ext cx="609511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/>
              <a:t>Мультиплексирование с </a:t>
            </a:r>
            <a:r>
              <a:rPr lang="ru-RU" b="1" dirty="0" err="1"/>
              <a:t>poll</a:t>
            </a:r>
            <a:r>
              <a:rPr lang="ru-RU" b="1" dirty="0"/>
              <a:t>():</a:t>
            </a:r>
            <a:endParaRPr lang="ru-RU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/>
              <a:t>Каждый </a:t>
            </a:r>
            <a:r>
              <a:rPr lang="ru-RU" dirty="0" err="1"/>
              <a:t>worker</a:t>
            </a:r>
            <a:r>
              <a:rPr lang="ru-RU" dirty="0"/>
              <a:t> может обслуживать несколько соединений одновременно.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ru-RU" dirty="0" err="1"/>
              <a:t>poll</a:t>
            </a:r>
            <a:r>
              <a:rPr lang="ru-RU" dirty="0"/>
              <a:t>() отслеживает события на множестве дескрипторов без блокировки</a:t>
            </a:r>
          </a:p>
        </p:txBody>
      </p:sp>
    </p:spTree>
    <p:extLst>
      <p:ext uri="{BB962C8B-B14F-4D97-AF65-F5344CB8AC3E}">
        <p14:creationId xmlns:p14="http://schemas.microsoft.com/office/powerpoint/2010/main" val="31640724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9DE2E952-1AA7-4267-918E-B33335765F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3B6C-D60D-4F7F-9B4C-E247518A713C}" type="slidenum">
              <a:rPr lang="ru-RU" smtClean="0"/>
              <a:t>4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B6552E63-8EDF-4339-9F4B-D97E3A25D3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42714" y="1127853"/>
            <a:ext cx="4249286" cy="4983582"/>
          </a:xfrm>
          <a:prstGeom prst="rect">
            <a:avLst/>
          </a:prstGeom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CC69C23-F358-430F-8463-CBFB7E8A81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0451" y="1402958"/>
            <a:ext cx="2652843" cy="545504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14AAA3D-9CD7-40EF-B9F9-148D585878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75744" y="1115897"/>
            <a:ext cx="3644883" cy="5491716"/>
          </a:xfrm>
          <a:prstGeom prst="rect">
            <a:avLst/>
          </a:prstGeom>
        </p:spPr>
      </p:pic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1BD75B0A-81BC-4B9C-808F-B8161B4E4A7A}"/>
              </a:ext>
            </a:extLst>
          </p:cNvPr>
          <p:cNvSpPr txBox="1">
            <a:spLocks/>
          </p:cNvSpPr>
          <p:nvPr/>
        </p:nvSpPr>
        <p:spPr>
          <a:xfrm>
            <a:off x="635738" y="64788"/>
            <a:ext cx="10515600" cy="764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сервера: </a:t>
            </a:r>
            <a:r>
              <a:rPr lang="en-US" sz="3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Prefork</a:t>
            </a: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poll()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54AE09A-6C7A-4AD0-8D0E-C585EB89E23F}"/>
              </a:ext>
            </a:extLst>
          </p:cNvPr>
          <p:cNvSpPr txBox="1"/>
          <p:nvPr/>
        </p:nvSpPr>
        <p:spPr>
          <a:xfrm>
            <a:off x="3753294" y="746565"/>
            <a:ext cx="79048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обработки запроса пользователя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F9C2977-105D-48B4-A860-8CBBBED94802}"/>
              </a:ext>
            </a:extLst>
          </p:cNvPr>
          <p:cNvSpPr txBox="1"/>
          <p:nvPr/>
        </p:nvSpPr>
        <p:spPr>
          <a:xfrm>
            <a:off x="533843" y="694666"/>
            <a:ext cx="297401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Описание алгоритма запуска сервера</a:t>
            </a:r>
          </a:p>
        </p:txBody>
      </p:sp>
    </p:spTree>
    <p:extLst>
      <p:ext uri="{BB962C8B-B14F-4D97-AF65-F5344CB8AC3E}">
        <p14:creationId xmlns:p14="http://schemas.microsoft.com/office/powerpoint/2010/main" val="3929049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B20E0D4-F1BF-4786-92D0-2D1B1D09F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3B6C-D60D-4F7F-9B4C-E247518A713C}" type="slidenum">
              <a:rPr lang="ru-RU" smtClean="0"/>
              <a:t>5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BF3B8DA-4637-4593-95C0-98F12F4162AC}"/>
              </a:ext>
            </a:extLst>
          </p:cNvPr>
          <p:cNvSpPr txBox="1">
            <a:spLocks/>
          </p:cNvSpPr>
          <p:nvPr/>
        </p:nvSpPr>
        <p:spPr>
          <a:xfrm>
            <a:off x="685800" y="136525"/>
            <a:ext cx="10515600" cy="764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Нагрузочное тестирование сервера 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61420F6-2EEB-4A7F-9C52-33CAE47313D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4470" y="1324555"/>
            <a:ext cx="9543059" cy="5031795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D505D57-E2F2-4E0F-AD86-1BBB40D2BD03}"/>
              </a:ext>
            </a:extLst>
          </p:cNvPr>
          <p:cNvSpPr txBox="1"/>
          <p:nvPr/>
        </p:nvSpPr>
        <p:spPr>
          <a:xfrm>
            <a:off x="362836" y="839533"/>
            <a:ext cx="1166790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Зависимость количества запросов в секунду от числа одновременных запросов к серверу</a:t>
            </a:r>
          </a:p>
        </p:txBody>
      </p:sp>
    </p:spTree>
    <p:extLst>
      <p:ext uri="{BB962C8B-B14F-4D97-AF65-F5344CB8AC3E}">
        <p14:creationId xmlns:p14="http://schemas.microsoft.com/office/powerpoint/2010/main" val="3470637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B20E0D4-F1BF-4786-92D0-2D1B1D09F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3B6C-D60D-4F7F-9B4C-E247518A713C}" type="slidenum">
              <a:rPr lang="ru-RU" smtClean="0"/>
              <a:t>6</a:t>
            </a:fld>
            <a:endParaRPr lang="ru-RU"/>
          </a:p>
        </p:txBody>
      </p:sp>
      <p:sp>
        <p:nvSpPr>
          <p:cNvPr id="5" name="Заголовок 1">
            <a:extLst>
              <a:ext uri="{FF2B5EF4-FFF2-40B4-BE49-F238E27FC236}">
                <a16:creationId xmlns:a16="http://schemas.microsoft.com/office/drawing/2014/main" id="{4BF3B8DA-4637-4593-95C0-98F12F4162AC}"/>
              </a:ext>
            </a:extLst>
          </p:cNvPr>
          <p:cNvSpPr txBox="1">
            <a:spLocks/>
          </p:cNvSpPr>
          <p:nvPr/>
        </p:nvSpPr>
        <p:spPr>
          <a:xfrm>
            <a:off x="685800" y="136525"/>
            <a:ext cx="10515600" cy="76404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Нагрузочное тестирование сервера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D505D57-E2F2-4E0F-AD86-1BBB40D2BD03}"/>
              </a:ext>
            </a:extLst>
          </p:cNvPr>
          <p:cNvSpPr txBox="1"/>
          <p:nvPr/>
        </p:nvSpPr>
        <p:spPr>
          <a:xfrm>
            <a:off x="362835" y="839533"/>
            <a:ext cx="1161474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Зависимость скорости отдачи данных по каждому сетевому соединению и в совокупности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FAB789D2-5A1A-4320-B059-3F25BD29E3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1759" y="1324791"/>
            <a:ext cx="9243681" cy="491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56986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633B8534-5768-4FD0-BD89-2EFB90F8AD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3586"/>
            <a:ext cx="10515600" cy="5433847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 ходе научно-исследовательской работы была достигнута поставленная 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цель</a:t>
            </a:r>
            <a:r>
              <a:rPr lang="ru-RU" sz="1800">
                <a:latin typeface="Times New Roman" panose="02020603050405020304" pitchFamily="18" charset="0"/>
                <a:cs typeface="Times New Roman" panose="02020603050405020304" pitchFamily="18" charset="0"/>
              </a:rPr>
              <a:t>: разработка статического веб-сервера.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Были выполнены все поставленные </a:t>
            </a:r>
            <a:r>
              <a:rPr lang="ru-RU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задачи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Проанализировать протокол HTTP/1.1, методы GET, HEAD и коды состояний 200, 403, 404, 405;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Спроектировать архитектуру сервера, соответствующую варианту: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prefork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с использованием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poll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для мультиплексирования входящих соединений в каждом процессе;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Разработать веб-сервер с архитектурой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prefork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lang="ru-RU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poll</a:t>
            </a: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();</a:t>
            </a:r>
          </a:p>
          <a:p>
            <a:pPr marL="0" indent="0">
              <a:lnSpc>
                <a:spcPct val="150000"/>
              </a:lnSpc>
              <a:spcBef>
                <a:spcPts val="0"/>
              </a:spcBef>
              <a:spcAft>
                <a:spcPts val="600"/>
              </a:spcAft>
              <a:buNone/>
            </a:pPr>
            <a:r>
              <a:rPr lang="ru-RU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Провести нагрузочное тестирование сервера для оценки максимального количества обслуживаемых соединений, скорости отдачи данных на соединение и совокупной пропускной способности;</a:t>
            </a:r>
          </a:p>
        </p:txBody>
      </p:sp>
      <p:sp>
        <p:nvSpPr>
          <p:cNvPr id="4" name="Заголовок 1">
            <a:extLst>
              <a:ext uri="{FF2B5EF4-FFF2-40B4-BE49-F238E27FC236}">
                <a16:creationId xmlns:a16="http://schemas.microsoft.com/office/drawing/2014/main" id="{97EBBCD4-8F39-41AE-92D0-DF53936AA8C2}"/>
              </a:ext>
            </a:extLst>
          </p:cNvPr>
          <p:cNvSpPr txBox="1">
            <a:spLocks/>
          </p:cNvSpPr>
          <p:nvPr/>
        </p:nvSpPr>
        <p:spPr>
          <a:xfrm>
            <a:off x="838200" y="262650"/>
            <a:ext cx="10515600" cy="9250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ru-RU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93AD331-69D2-4DA1-A9E9-B66A26DC37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D03B6C-D60D-4F7F-9B4C-E247518A713C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2430372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1005</TotalTime>
  <Words>427</Words>
  <Application>Microsoft Office PowerPoint</Application>
  <PresentationFormat>Широкоэкранный</PresentationFormat>
  <Paragraphs>53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3" baseType="lpstr">
      <vt:lpstr>Arial</vt:lpstr>
      <vt:lpstr>Calibri</vt:lpstr>
      <vt:lpstr>Calibri Light</vt:lpstr>
      <vt:lpstr>Cambria</vt:lpstr>
      <vt:lpstr>Times New Roman</vt:lpstr>
      <vt:lpstr>Тема Office</vt:lpstr>
      <vt:lpstr>Курсовая работа по дисциплине «Компьютерные сети» на тему «Разработка статического веб-сервера»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Визуализация шахматных фигур на шахматной доске</dc:title>
  <dc:creator>Катерина</dc:creator>
  <cp:lastModifiedBy>Катерина</cp:lastModifiedBy>
  <cp:revision>257</cp:revision>
  <dcterms:created xsi:type="dcterms:W3CDTF">2024-12-09T22:22:19Z</dcterms:created>
  <dcterms:modified xsi:type="dcterms:W3CDTF">2025-12-15T17:26:02Z</dcterms:modified>
</cp:coreProperties>
</file>